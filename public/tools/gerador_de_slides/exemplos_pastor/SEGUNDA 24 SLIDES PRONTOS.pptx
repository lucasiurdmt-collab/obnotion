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5"/>
  </p:notesMasterIdLst>
  <p:sldIdLst>
    <p:sldId id="776" r:id="rId2"/>
    <p:sldId id="800" r:id="rId3"/>
    <p:sldId id="801" r:id="rId4"/>
    <p:sldId id="778" r:id="rId5"/>
    <p:sldId id="803" r:id="rId6"/>
    <p:sldId id="779" r:id="rId7"/>
    <p:sldId id="804" r:id="rId8"/>
    <p:sldId id="805" r:id="rId9"/>
    <p:sldId id="806" r:id="rId10"/>
    <p:sldId id="807" r:id="rId11"/>
    <p:sldId id="808" r:id="rId12"/>
    <p:sldId id="809" r:id="rId13"/>
    <p:sldId id="810" r:id="rId14"/>
    <p:sldId id="811" r:id="rId15"/>
    <p:sldId id="812" r:id="rId16"/>
    <p:sldId id="813" r:id="rId17"/>
    <p:sldId id="814" r:id="rId18"/>
    <p:sldId id="815" r:id="rId19"/>
    <p:sldId id="816" r:id="rId20"/>
    <p:sldId id="817" r:id="rId21"/>
    <p:sldId id="818" r:id="rId22"/>
    <p:sldId id="819" r:id="rId23"/>
    <p:sldId id="820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B859"/>
    <a:srgbClr val="FFE2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0" autoAdjust="0"/>
    <p:restoredTop sz="94275" autoAdjust="0"/>
  </p:normalViewPr>
  <p:slideViewPr>
    <p:cSldViewPr snapToGrid="0">
      <p:cViewPr varScale="1">
        <p:scale>
          <a:sx n="73" d="100"/>
          <a:sy n="73" d="100"/>
        </p:scale>
        <p:origin x="90" y="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14D2-51EE-47C7-B51F-48AE87CA6A44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D21A4-EFCC-408B-BC15-937E799A19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737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B48A-FDE3-8B0C-71F7-AC9C022B8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40F357-8E55-A0B2-8BBD-563ACB62D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CCB294-D1C5-4317-5EA9-536F66C8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EC73D0-1202-9B7C-66D3-E25224A45B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1277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CFC4F-F9C0-D11B-D8F5-AF1B69A2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4F7988-488E-7EE6-184F-5C0244025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7083A57-5103-E860-8F2C-3E17F7561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08FCAA-2C99-CE41-54C7-B51BAFD89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2612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03BE-4283-AFC9-4749-2F9476DCF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CE3F13E-47A5-4CD6-C25E-0B4D91949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4A0ADD-4D00-226D-3B8C-9EFB3EB0E3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71B8F0-DCB9-09B6-FE2D-0052B29B2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283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287C-D115-E192-939E-47975FD0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9B8873-12A7-265D-450C-DBAB694E8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5665A9-0DE1-247A-CEA5-451CA8111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623E23-6063-C23F-E2BA-564B11A0A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9847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05AD1-C805-904E-CE52-28F9ACC1C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F55EDFA-EA30-83E2-09DC-2459D4553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C4FC4A-1CFA-C96F-DF4D-5081BF7D2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8FC3FB-512E-9906-590E-460205CF5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669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0E88-23D9-A5FF-29C6-C4062122F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5A2FC3-A8E0-F96C-7B19-3FB91E9482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98B68C-432B-B424-FFB1-F772423C6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8C4CBA-E8DA-F2F6-5FDE-505D6102E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747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9B33-2E96-FD29-42FE-C0A97ABE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5F423D-2D11-00E6-78D8-218FC6F86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0B6410-92B3-F4C5-7753-25AFB6DDB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4D36D4-DEA7-06BC-883B-BD52CD388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6730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DEB82-D5FC-C14D-4E95-B5D3B903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A3C89F-38EA-C3B0-8889-1B6DFAA63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ABAC06-B64E-2D4D-D4AF-C4D8AAC05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AC372D-37B0-B274-BA6B-140571261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287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B991-C9F4-42C3-CBFC-705CEC36E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CB47E3-E70A-F98E-7BF4-AB6E1C300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75063F-2C5B-997C-39F5-ED698D198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3C52FD-4103-17DA-6E06-02C4BCAA3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334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C6E9-69FC-12A5-A61F-CEF3F519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5A6AB8-E993-5151-38BD-A6FF378F9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AA62E4-4612-4E3D-DEB4-749DBCC14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B427EB-5649-ED20-0E36-436E429E3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684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D734-D237-ABC5-829F-AE348090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AA8F11-F5B3-C3BF-F28B-3E3EB50FF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BD00-1E54-E1C7-11E3-8D6A17B5B8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F51C4F-302D-65EA-85C5-9BC8353FA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807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7738-9D46-C6B7-E24A-10D1045C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34B23E9-0017-BC48-A802-97B805E1E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F3AB56-F161-A61D-4EE6-12020CA6F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66057C-5A88-FB0C-E838-FE4DD28BD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07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B62DA-3B2F-161F-60A7-B414872A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28C01F-2D25-C21E-D300-1FC554CEF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14BB47-9B46-C9ED-903D-BF090B239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71CA7D-848A-CC11-EA61-C8CACEB0B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853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A8A2-91DC-63C9-2110-E5EFB31D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EDB08DA-5D81-9623-4074-4BAF26554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73A3F9-9346-E3EE-C89B-68C76560A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0118E-04C3-F6BB-26DE-5B8ED5192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5973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0FA53-67C2-79BB-AD8F-F3A1435E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C9A50E-1CE8-4BC5-4966-5F0F70563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EC433E5-9201-6A7A-65F1-276CC1CF9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27F161-929D-55E9-04EE-ACD468EB9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3804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F3F7-FB89-46A9-CC3B-09534A271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41FDCB7-71D2-B8D3-0B8E-CAC7A1FDF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183603-7E9B-415B-9D23-002533C9B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B58CC5-424C-9E75-CBB1-424746954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8450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2D47-CCC0-DC1A-52A2-1F5DF9F28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E9B9B7-2A31-D534-25E0-2B056A219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ED514D-93BF-068C-9740-C84D716E0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B3C844-D333-4E71-535F-559D44C23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9017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89A-B085-6315-F087-A5597BE7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9A23C0-7266-BC71-3DF8-2F25EAB7C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847487-7B25-9E4D-34BF-13BFC8F7A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B6D6EA-3D51-6BAF-AD73-295E46F39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381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F7038-9D33-2EE1-376D-171579414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15877B-9F80-9F78-842C-E8066DD7A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C4B206-057A-31BB-C7CF-24FEB80AD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5194EB-167F-C4BF-9707-9414E3BBE0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6314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A8B9-7912-DF11-B3DD-1CA12DC34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97543D-FB6F-3928-29E4-9D5C701A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C8D0C4-ABC4-951D-2BBE-484928BA7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340948-DE1A-AC11-9E81-72224011B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05325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94E77-7EE1-1FA0-E91F-C440D7422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AADBD6-D7EE-C45D-4EE6-AC23D35B9F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D3F1BC-EFD4-CF41-EE2D-4D79C1956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5BB412-9A7E-2CE1-4BEB-CB6919A7A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080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FFA49-DAE7-D862-88F5-EDC440CD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AA13EC-D8C1-8AD8-4C29-0F6BC4651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19735C2-1B07-7435-60B5-F55D74D00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87DE52-220D-D4D7-DFCB-949BBAEFD2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732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428E-8225-9A89-03A7-C050B2974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24E598-3461-95BE-DF65-F7830B821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47C80D4-9144-8916-504F-130937105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A4493E0-1CAC-8928-F5F3-B02228E97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D21A4-EFCC-408B-BC15-937E799A199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323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33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54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781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923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74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195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459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31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4470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055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7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51C9A-401D-4F40-AE4D-9DFB266BC8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AC28-C48B-4F77-AD80-F58684584B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38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2D39E-4B4F-B61D-D1C3-436CD13B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A115A44-9C40-DB77-D3CA-00894A0551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89B1C6F-C8E2-C5EB-911E-1DE60CEC93C1}"/>
              </a:ext>
            </a:extLst>
          </p:cNvPr>
          <p:cNvSpPr txBox="1"/>
          <p:nvPr/>
        </p:nvSpPr>
        <p:spPr>
          <a:xfrm>
            <a:off x="239444" y="1536174"/>
            <a:ext cx="117131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“Não ajunteis tesouros na terra, onde a traça e a ferrugem tudo consomem, e onde os ladrões minam e roubam;”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0C2849-1043-20E3-AB0E-56F4319A78B2}"/>
              </a:ext>
            </a:extLst>
          </p:cNvPr>
          <p:cNvSpPr txBox="1"/>
          <p:nvPr/>
        </p:nvSpPr>
        <p:spPr>
          <a:xfrm>
            <a:off x="239443" y="4398496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6:19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51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D60B3-E36A-29C1-B226-E02B0C720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BB38A6BE-F5FD-C082-0890-20EF9270B0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165E69-051C-2861-C31A-4CE4994C582E}"/>
              </a:ext>
            </a:extLst>
          </p:cNvPr>
          <p:cNvSpPr txBox="1"/>
          <p:nvPr/>
        </p:nvSpPr>
        <p:spPr>
          <a:xfrm>
            <a:off x="239444" y="1536174"/>
            <a:ext cx="117131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“Mas ajuntai tesouros no céu, onde nem a traça nem a ferrugem consomem, e onde os ladrões não minam nem roubam.”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6A36F79-9957-AA96-3694-73229A87D04C}"/>
              </a:ext>
            </a:extLst>
          </p:cNvPr>
          <p:cNvSpPr txBox="1"/>
          <p:nvPr/>
        </p:nvSpPr>
        <p:spPr>
          <a:xfrm>
            <a:off x="239444" y="4398496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6:20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55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AD69C-1EE1-A8F8-37C7-D95BCD5E9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C9AE371-F255-0398-B707-C977A5BFC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3551F53-D6F7-F80C-1647-0C14DBF91D18}"/>
              </a:ext>
            </a:extLst>
          </p:cNvPr>
          <p:cNvSpPr txBox="1"/>
          <p:nvPr/>
        </p:nvSpPr>
        <p:spPr>
          <a:xfrm>
            <a:off x="239443" y="2274838"/>
            <a:ext cx="117131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“Porque onde estiver o vosso tesouro, ali estará também o vosso coração.” </a:t>
            </a:r>
            <a:endParaRPr lang="pt-BR" sz="66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C232930-E97A-EFAF-6FFD-06138FAB0085}"/>
              </a:ext>
            </a:extLst>
          </p:cNvPr>
          <p:cNvSpPr txBox="1"/>
          <p:nvPr/>
        </p:nvSpPr>
        <p:spPr>
          <a:xfrm>
            <a:off x="239443" y="439532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Mateus 6:21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012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537B-B0E5-FC12-5B2F-CA5E9EA3D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A5673C91-E811-7D1C-BB31-526CA30181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47481EB-6711-531A-7904-84F8D1CCE42F}"/>
              </a:ext>
            </a:extLst>
          </p:cNvPr>
          <p:cNvSpPr txBox="1"/>
          <p:nvPr/>
        </p:nvSpPr>
        <p:spPr>
          <a:xfrm>
            <a:off x="478887" y="1464456"/>
            <a:ext cx="108076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eis que chegou </a:t>
            </a:r>
            <a:r>
              <a:rPr lang="pt-BR" sz="48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um dos principais da sinagoga</a:t>
            </a:r>
            <a:r>
              <a:rPr lang="pt-B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por nome Jairo, e, vendo-o, </a:t>
            </a:r>
            <a:r>
              <a:rPr lang="pt-BR" sz="48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prostrou-se</a:t>
            </a:r>
            <a:r>
              <a:rPr lang="pt-BR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aos seus pés e rogava-lhe muito, dizendo: Minha filha está à morte; rogo-te que venhas e lhe imponhas as mãos, para que sare e viva.”</a:t>
            </a:r>
            <a:endParaRPr lang="pt-BR" sz="48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0D4ECBD-2320-F888-F263-48A3C62AE20C}"/>
              </a:ext>
            </a:extLst>
          </p:cNvPr>
          <p:cNvSpPr txBox="1"/>
          <p:nvPr/>
        </p:nvSpPr>
        <p:spPr>
          <a:xfrm>
            <a:off x="478887" y="5313477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5:22 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9B30E-C0C4-66FC-86D8-3A7711534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2069FE3-3FC7-3BA1-9BE7-731884CF3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3557B21-70A6-3CAD-EA8B-79316DA02619}"/>
              </a:ext>
            </a:extLst>
          </p:cNvPr>
          <p:cNvSpPr txBox="1"/>
          <p:nvPr/>
        </p:nvSpPr>
        <p:spPr>
          <a:xfrm>
            <a:off x="478887" y="1600415"/>
            <a:ext cx="1087939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foi com ele; e seguia-o uma grande multidão, que o apertava. E certa mulher, que havia doze anos tinha um fluxo de sangue, e que havia padecido muito com muitos médicos, </a:t>
            </a:r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despendido tudo quanto tinha</a:t>
            </a:r>
            <a:r>
              <a:rPr lang="pt-BR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nada lhe aproveitando isso, antes indo a pior...”</a:t>
            </a:r>
            <a:endParaRPr lang="pt-BR" sz="4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A49E757-2C42-FB6C-3295-4773A839658A}"/>
              </a:ext>
            </a:extLst>
          </p:cNvPr>
          <p:cNvSpPr txBox="1"/>
          <p:nvPr/>
        </p:nvSpPr>
        <p:spPr>
          <a:xfrm>
            <a:off x="478887" y="5167937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5:24-26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093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CCD8-8815-4060-5FCE-C7811CEAF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2AF0B35-BBED-CD0A-D6F1-01689C9D0A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8FBF5CF-056C-722D-097B-DE8F5EE9F35C}"/>
              </a:ext>
            </a:extLst>
          </p:cNvPr>
          <p:cNvSpPr txBox="1"/>
          <p:nvPr/>
        </p:nvSpPr>
        <p:spPr>
          <a:xfrm>
            <a:off x="309155" y="2037581"/>
            <a:ext cx="115736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Quando ela foi curada, Jesus perguntou: </a:t>
            </a:r>
            <a:r>
              <a:rPr lang="pt-BR" sz="88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"Quem me tocou?" </a:t>
            </a:r>
            <a:endParaRPr lang="pt-BR" sz="8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8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B806-FB4F-DDD0-AAB8-E9DFEAAE5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A2229FF-7C11-0C49-95C2-082E5A54D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EAF6AD1-8722-938D-97B7-670FFA701D2A}"/>
              </a:ext>
            </a:extLst>
          </p:cNvPr>
          <p:cNvSpPr txBox="1"/>
          <p:nvPr/>
        </p:nvSpPr>
        <p:spPr>
          <a:xfrm>
            <a:off x="309155" y="1552833"/>
            <a:ext cx="115736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9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 </a:t>
            </a:r>
            <a:r>
              <a:rPr lang="pt-BR" sz="23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J</a:t>
            </a:r>
            <a:r>
              <a:rPr lang="pt-BR" sz="199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airo?</a:t>
            </a:r>
            <a:endParaRPr lang="pt-BR" sz="16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436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671F-B4E8-7A15-10B0-907FDA0B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26A475A-949F-749D-EB88-3641D57E8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3AEB290-D292-C294-470B-9B8986E48F8E}"/>
              </a:ext>
            </a:extLst>
          </p:cNvPr>
          <p:cNvSpPr txBox="1"/>
          <p:nvPr/>
        </p:nvSpPr>
        <p:spPr>
          <a:xfrm>
            <a:off x="309155" y="1813173"/>
            <a:ext cx="1157369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Esse tempo entre o pedido de socorro ao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S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enhor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J</a:t>
            </a:r>
            <a:r>
              <a:rPr lang="pt-BR" sz="6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esus e o milagre é o momento em que muita gente se perde. </a:t>
            </a:r>
            <a:endParaRPr lang="pt-BR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28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9DD1-8FC2-9872-2B91-BAF9416F3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F2ECE6E-EF67-4DA4-E386-789B175393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7A546FF-1CCD-62B0-3C09-29FA83A4E6F3}"/>
              </a:ext>
            </a:extLst>
          </p:cNvPr>
          <p:cNvSpPr txBox="1"/>
          <p:nvPr/>
        </p:nvSpPr>
        <p:spPr>
          <a:xfrm>
            <a:off x="309155" y="2037581"/>
            <a:ext cx="115736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NÃO  DEIXE A ANSIEDADE ROUBAR A CONFIANÇA:</a:t>
            </a:r>
            <a:endParaRPr lang="pt-BR" sz="8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018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61609-95BD-04D0-6BC4-8B8C598A4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EA75756-D703-AF04-F795-03D7548E1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9F2D3D4-697F-0229-BA1C-E7062D19D0FA}"/>
              </a:ext>
            </a:extLst>
          </p:cNvPr>
          <p:cNvSpPr txBox="1"/>
          <p:nvPr/>
        </p:nvSpPr>
        <p:spPr>
          <a:xfrm>
            <a:off x="478887" y="1566629"/>
            <a:ext cx="109780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“Deus não é homem, para que minta; nem filho do homem, para que se arrependa; porventura diria ele,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não o faria? 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Ou falaria,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não o confirmaria?”</a:t>
            </a:r>
            <a:endParaRPr lang="pt-BR" sz="54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DC525B-496D-C935-50A5-D0D9980681D4}"/>
              </a:ext>
            </a:extLst>
          </p:cNvPr>
          <p:cNvSpPr txBox="1"/>
          <p:nvPr/>
        </p:nvSpPr>
        <p:spPr>
          <a:xfrm>
            <a:off x="478887" y="505242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Números 23:19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948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0D9EB-3312-D8F6-28F1-637846D5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25BBDA7-CECB-6E2E-B3B3-FFF5EDD8FE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FE9857-B3FC-7841-309D-C1D6043C2182}"/>
              </a:ext>
            </a:extLst>
          </p:cNvPr>
          <p:cNvSpPr txBox="1"/>
          <p:nvPr/>
        </p:nvSpPr>
        <p:spPr>
          <a:xfrm>
            <a:off x="478888" y="1954538"/>
            <a:ext cx="112648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“Deste modo falou Moisés aos filhos de Israel, mas eles </a:t>
            </a:r>
            <a:r>
              <a:rPr lang="pt-BR" sz="5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não ouviram a Moisés, por causa da angústia de espírito</a:t>
            </a:r>
            <a:r>
              <a:rPr lang="pt-BR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e da dura servidão.”</a:t>
            </a:r>
            <a:endParaRPr lang="pt-BR" sz="54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8F584D-B3C1-8ABF-1476-43FFFB237D34}"/>
              </a:ext>
            </a:extLst>
          </p:cNvPr>
          <p:cNvSpPr txBox="1"/>
          <p:nvPr/>
        </p:nvSpPr>
        <p:spPr>
          <a:xfrm>
            <a:off x="478887" y="4549251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Êxodo 6:9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29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EE5C-7C27-6EFC-0753-EDE19B975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ED767F08-29A3-32E3-F62B-076B359F09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95A068F-C958-C4DB-48A3-CF66A5593650}"/>
              </a:ext>
            </a:extLst>
          </p:cNvPr>
          <p:cNvSpPr txBox="1"/>
          <p:nvPr/>
        </p:nvSpPr>
        <p:spPr>
          <a:xfrm>
            <a:off x="445631" y="1462357"/>
            <a:ext cx="11300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“Estando ele ainda falando, chegaram alguns do principal da sinagoga, a quem disseram: A tua filha está morta;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para que 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fatigues mais o Mestre?”</a:t>
            </a:r>
            <a:endParaRPr lang="pt-BR" sz="60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6598BA-1AA6-D3FC-2D8B-F6C0FE96AAD0}"/>
              </a:ext>
            </a:extLst>
          </p:cNvPr>
          <p:cNvSpPr txBox="1"/>
          <p:nvPr/>
        </p:nvSpPr>
        <p:spPr>
          <a:xfrm>
            <a:off x="478887" y="5248009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5:35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253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16418-5978-A5DF-22E7-58C2792B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FDF49D6-C503-45A5-0ABF-596EBE299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468F09A-9B4F-293F-43B3-C8140779FE7A}"/>
              </a:ext>
            </a:extLst>
          </p:cNvPr>
          <p:cNvSpPr txBox="1"/>
          <p:nvPr/>
        </p:nvSpPr>
        <p:spPr>
          <a:xfrm>
            <a:off x="309155" y="2160692"/>
            <a:ext cx="115736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Poucos conseguem manter a fé quando a situação piora.</a:t>
            </a:r>
            <a:endParaRPr lang="pt-BR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010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A5DD-9E9A-B28F-65FC-D19C357B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7D69E9BA-BD71-BA37-5D6A-A0058C90F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0F23489-C6E0-97B6-FAB5-C74402C65964}"/>
              </a:ext>
            </a:extLst>
          </p:cNvPr>
          <p:cNvSpPr txBox="1"/>
          <p:nvPr/>
        </p:nvSpPr>
        <p:spPr>
          <a:xfrm>
            <a:off x="478887" y="1614757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Jesus, tendo ouvido estas palavras, disse ao principal da sinagoga: </a:t>
            </a:r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Não temas, crê somente.”</a:t>
            </a:r>
            <a:endParaRPr lang="pt-BR" sz="72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4BF874-3E41-703F-0EFA-DEE8B8100340}"/>
              </a:ext>
            </a:extLst>
          </p:cNvPr>
          <p:cNvSpPr txBox="1"/>
          <p:nvPr/>
        </p:nvSpPr>
        <p:spPr>
          <a:xfrm>
            <a:off x="478887" y="5248009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5:36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785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E6BA-C1BB-738A-E2A3-D53EDD9CC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6EF24DA-E033-807A-A0C5-DCEBF77959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320654E-9697-D4B0-5B1E-E8839436F158}"/>
              </a:ext>
            </a:extLst>
          </p:cNvPr>
          <p:cNvSpPr txBox="1"/>
          <p:nvPr/>
        </p:nvSpPr>
        <p:spPr>
          <a:xfrm>
            <a:off x="309155" y="2459504"/>
            <a:ext cx="11573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FÉ PARA CONFIAR E REAGIR IMEDIATAMENTE AOS PENSAMENTOS E NOTÍCIAS RUINS</a:t>
            </a:r>
            <a:endParaRPr lang="pt-BR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64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C69BB-10A1-E487-CB7A-D2CB91B7D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6F52521-77EC-8BD4-7714-82BD8D18C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3A0D5E-62FA-2675-BB65-435650F234F7}"/>
              </a:ext>
            </a:extLst>
          </p:cNvPr>
          <p:cNvSpPr txBox="1"/>
          <p:nvPr/>
        </p:nvSpPr>
        <p:spPr>
          <a:xfrm>
            <a:off x="478887" y="1614757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“E, entrando, disse-lhes: </a:t>
            </a:r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Por que vos alvoroçais e chorais?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 menina não está morta, mas dorme.”</a:t>
            </a:r>
            <a:endParaRPr lang="pt-BR" sz="72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BFAF409-44AA-530C-4C17-6A3F3EF19F03}"/>
              </a:ext>
            </a:extLst>
          </p:cNvPr>
          <p:cNvSpPr txBox="1"/>
          <p:nvPr/>
        </p:nvSpPr>
        <p:spPr>
          <a:xfrm>
            <a:off x="478887" y="5248009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5:39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4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D3BB9-A089-1234-F095-6BA40490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4AA5BCA-7D5C-A8A6-B84A-74BEEA0330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7292229-0AA3-E30D-DABF-2C5EF40DB0E5}"/>
              </a:ext>
            </a:extLst>
          </p:cNvPr>
          <p:cNvSpPr txBox="1"/>
          <p:nvPr/>
        </p:nvSpPr>
        <p:spPr>
          <a:xfrm>
            <a:off x="445631" y="1545139"/>
            <a:ext cx="113007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 riram-se dele. Porém, </a:t>
            </a:r>
            <a:r>
              <a:rPr lang="pt-BR" sz="60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tendo-os feito sair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tomou consigo o pai e a mãe da menina e os que com ele estavam, e entrou onde ela estava deitada</a:t>
            </a:r>
            <a:endParaRPr lang="pt-BR" sz="60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1CE7203-827E-69C8-305D-87CC3482E653}"/>
              </a:ext>
            </a:extLst>
          </p:cNvPr>
          <p:cNvSpPr txBox="1"/>
          <p:nvPr/>
        </p:nvSpPr>
        <p:spPr>
          <a:xfrm>
            <a:off x="478887" y="5248009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5:40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3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FE122-B904-CC70-D43F-D9AC45871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2924DEDC-17B7-A1D5-3E15-177E550A4B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D7A85E0-2AA5-420A-BCEE-61541622C43F}"/>
              </a:ext>
            </a:extLst>
          </p:cNvPr>
          <p:cNvSpPr txBox="1"/>
          <p:nvPr/>
        </p:nvSpPr>
        <p:spPr>
          <a:xfrm>
            <a:off x="445631" y="1823045"/>
            <a:ext cx="1130073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E, tomando a mão da menina, disse-lhe: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Talitá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</a:t>
            </a:r>
            <a:r>
              <a:rPr lang="pt-BR" sz="60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cumi</a:t>
            </a:r>
            <a:r>
              <a:rPr lang="pt-BR" sz="6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; que, traduzido, é: Menina, a ti te digo, levanta-te.</a:t>
            </a:r>
            <a:endParaRPr lang="pt-BR" sz="60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F8D3D2-EE2F-D58E-AC95-748F6FFE7F20}"/>
              </a:ext>
            </a:extLst>
          </p:cNvPr>
          <p:cNvSpPr txBox="1"/>
          <p:nvPr/>
        </p:nvSpPr>
        <p:spPr>
          <a:xfrm>
            <a:off x="445631" y="4685367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Marcos 5:41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554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44686-41F4-E901-B9CB-906C9BFA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C2DB80B6-3152-8F24-826B-8B4C7F4CB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B273ACC-CFE4-0536-40FD-277C9BD7230E}"/>
              </a:ext>
            </a:extLst>
          </p:cNvPr>
          <p:cNvSpPr txBox="1"/>
          <p:nvPr/>
        </p:nvSpPr>
        <p:spPr>
          <a:xfrm>
            <a:off x="445632" y="1720840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“Confia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 no SENHOR de todo o </a:t>
            </a:r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teu coração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e </a:t>
            </a:r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não se apoie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no teu próprio entendimento.”</a:t>
            </a:r>
            <a:endParaRPr lang="pt-BR" sz="7200" u="sng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031544F-D789-FD16-36E4-63BC1A5157C1}"/>
              </a:ext>
            </a:extLst>
          </p:cNvPr>
          <p:cNvSpPr txBox="1"/>
          <p:nvPr/>
        </p:nvSpPr>
        <p:spPr>
          <a:xfrm>
            <a:off x="445631" y="5137160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PROVÉRBIOS 3:5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551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4225E-C11D-D732-B2DA-356029382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8130F368-FEDF-6581-0CCC-CB31A0EE13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A2AB694-0D1B-C465-D792-26E92EA97707}"/>
              </a:ext>
            </a:extLst>
          </p:cNvPr>
          <p:cNvSpPr txBox="1"/>
          <p:nvPr/>
        </p:nvSpPr>
        <p:spPr>
          <a:xfrm>
            <a:off x="445632" y="1720840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“Honra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ao SENHOR com </a:t>
            </a:r>
            <a:r>
              <a:rPr lang="pt-BR" sz="72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os teus bens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, e com </a:t>
            </a:r>
            <a:r>
              <a:rPr lang="pt-BR" sz="72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a primeira parte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de todos os teus ganhos;”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45F2F7-3158-E86C-E575-57DF481D50CF}"/>
              </a:ext>
            </a:extLst>
          </p:cNvPr>
          <p:cNvSpPr txBox="1"/>
          <p:nvPr/>
        </p:nvSpPr>
        <p:spPr>
          <a:xfrm>
            <a:off x="445631" y="5137160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PROVÉRBIOS 3:9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339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8871D-3808-B6FB-83F9-5FE548C2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A15A850-4C9A-9780-289D-405C3C58C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493B435-7818-3270-87DD-8915D159BD53}"/>
              </a:ext>
            </a:extLst>
          </p:cNvPr>
          <p:cNvSpPr txBox="1"/>
          <p:nvPr/>
        </p:nvSpPr>
        <p:spPr>
          <a:xfrm>
            <a:off x="445632" y="1720840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se encherão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os teus celeiros, e transbordarão de vinho os teus lagares.”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56A35F0-EA6A-0693-806D-82C32823A40B}"/>
              </a:ext>
            </a:extLst>
          </p:cNvPr>
          <p:cNvSpPr txBox="1"/>
          <p:nvPr/>
        </p:nvSpPr>
        <p:spPr>
          <a:xfrm>
            <a:off x="445631" y="5137160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PROVÉRBIOS 3:10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038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8DE54-CEB4-3A11-22A5-734668804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1D95115C-20B4-DAA3-FF28-763F6F1CE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A40A601-EFB9-50C3-9C65-8FE783E6F66F}"/>
              </a:ext>
            </a:extLst>
          </p:cNvPr>
          <p:cNvSpPr txBox="1"/>
          <p:nvPr/>
        </p:nvSpPr>
        <p:spPr>
          <a:xfrm>
            <a:off x="445632" y="1720840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se encherão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os teus celeiros, e transbordarão de vinho os teus lagares.”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DDEC8F0-674E-294E-ECBC-D64AC3ED0534}"/>
              </a:ext>
            </a:extLst>
          </p:cNvPr>
          <p:cNvSpPr txBox="1"/>
          <p:nvPr/>
        </p:nvSpPr>
        <p:spPr>
          <a:xfrm>
            <a:off x="445631" y="5137160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PROVÉRBIOS 3:10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850D7A-F2CB-82AB-F8D2-BCD65FFBC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7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54AE-BF67-2D07-3C9E-DF4059D7E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37D29D35-7F32-AA8F-6547-9A4073946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65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1BC1D7A-685C-B620-2803-B4023512E457}"/>
              </a:ext>
            </a:extLst>
          </p:cNvPr>
          <p:cNvSpPr txBox="1"/>
          <p:nvPr/>
        </p:nvSpPr>
        <p:spPr>
          <a:xfrm>
            <a:off x="445632" y="1720840"/>
            <a:ext cx="1130073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“E se encherão </a:t>
            </a:r>
            <a:r>
              <a:rPr lang="pt-BR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Condensed" panose="020B0502040204020203" pitchFamily="34" charset="0"/>
              </a:rPr>
              <a:t>os teus celeiros, e transbordarão de vinho os teus lagares.”</a:t>
            </a:r>
            <a:endParaRPr lang="pt-BR" sz="7200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Condensed" panose="020B0502040204020203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C6331A-42A5-CB35-8515-4FD8AA66A678}"/>
              </a:ext>
            </a:extLst>
          </p:cNvPr>
          <p:cNvSpPr txBox="1"/>
          <p:nvPr/>
        </p:nvSpPr>
        <p:spPr>
          <a:xfrm>
            <a:off x="445631" y="5137160"/>
            <a:ext cx="39996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rgbClr val="E8B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PROVÉRBIOS 3:10</a:t>
            </a:r>
            <a:endParaRPr lang="pt-BR" sz="4000" dirty="0">
              <a:solidFill>
                <a:srgbClr val="E8B85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4DAD99-88BE-0781-098B-2D28A10FB0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B3F9E12-15E8-E445-3873-BB7EB0A70F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8700</TotalTime>
  <Words>580</Words>
  <Application>Microsoft Office PowerPoint</Application>
  <PresentationFormat>Widescreen</PresentationFormat>
  <Paragraphs>63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Bahnschrift SemiBold Condensed</vt:lpstr>
      <vt:lpstr>Bebas Neue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PC</dc:creator>
  <cp:lastModifiedBy>Cabine Som</cp:lastModifiedBy>
  <cp:revision>538</cp:revision>
  <dcterms:created xsi:type="dcterms:W3CDTF">2024-01-10T15:32:33Z</dcterms:created>
  <dcterms:modified xsi:type="dcterms:W3CDTF">2026-08-24T22:46:01Z</dcterms:modified>
</cp:coreProperties>
</file>