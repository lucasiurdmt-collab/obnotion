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6"/>
  </p:notesMasterIdLst>
  <p:sldIdLst>
    <p:sldId id="777" r:id="rId2"/>
    <p:sldId id="778" r:id="rId3"/>
    <p:sldId id="779" r:id="rId4"/>
    <p:sldId id="780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B859"/>
    <a:srgbClr val="FFE2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8" autoAdjust="0"/>
    <p:restoredTop sz="94275" autoAdjust="0"/>
  </p:normalViewPr>
  <p:slideViewPr>
    <p:cSldViewPr snapToGrid="0">
      <p:cViewPr varScale="1">
        <p:scale>
          <a:sx n="107" d="100"/>
          <a:sy n="107" d="100"/>
        </p:scale>
        <p:origin x="79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14D2-51EE-47C7-B51F-48AE87CA6A44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D21A4-EFCC-408B-BC15-937E799A19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3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9999-F447-6598-DF7E-0B4B265A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687BAE-0126-844D-6D7B-2E8231CD5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84E7EC6-7181-DFB8-F72E-4B5CCE149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94CCC2-5211-8052-BE92-7F6E9797C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477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D3CA-819A-7594-E05A-5D160835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973795-9881-3B2C-2616-3972EF452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777DCB-CAF7-C3C3-0C79-EFAAF37D3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D3B1B7-84BA-F0C7-3768-CF1D1675D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67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E1FC-E3AB-F59E-C0B5-1286F0DCF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F17682-04DD-7C7E-9F91-4D2A38EB2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935167-20F2-4925-D977-2E7CDE578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215DA3-84E1-0494-095A-B79F38E14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702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62611-3502-01A0-1E4A-19361D1F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7B0268-0539-DC8D-1DB0-6D2CBCFC6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0E5CB3-E949-8CF2-4FEE-7A011873E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DB8C35-D118-9014-4F7C-C318EFBC9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789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33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5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78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92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74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95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45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31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47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05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7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51C9A-401D-4F40-AE4D-9DFB266BC8F1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63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9AFE-7E4F-89D2-1ADD-B04D0981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F316706-718D-090F-EDF2-F85B804D5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632A365-8EE5-E4EA-8FA7-0AAA6431F439}"/>
              </a:ext>
            </a:extLst>
          </p:cNvPr>
          <p:cNvSpPr txBox="1"/>
          <p:nvPr/>
        </p:nvSpPr>
        <p:spPr>
          <a:xfrm>
            <a:off x="1020674" y="1905506"/>
            <a:ext cx="101506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O que significava </a:t>
            </a:r>
          </a:p>
          <a:p>
            <a:pPr algn="ctr"/>
            <a:r>
              <a:rPr lang="pt-BR" sz="9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“dar a sua palavra”?</a:t>
            </a:r>
            <a:endParaRPr lang="pt-BR" sz="166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507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61C1-3895-5A35-9BF3-5F1AD62D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A80C2BC-DDB3-C6DF-BC10-DEDE93237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76C1B4B-5BC0-71BA-633E-9DAFCEAF6136}"/>
              </a:ext>
            </a:extLst>
          </p:cNvPr>
          <p:cNvSpPr txBox="1"/>
          <p:nvPr/>
        </p:nvSpPr>
        <p:spPr>
          <a:xfrm>
            <a:off x="239443" y="1720840"/>
            <a:ext cx="117131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Quando alguém dizia “eu farei”, “eu darei”, “eu cumprirei” ou fazia um voto, esperava-se que aquela pessoa cumprisse, mesmo que depois fosse difícil ou lhe trouxesse algum prejuízo.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8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A118-C7FE-1ECB-9473-3CB2307A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623E9F3-5538-EE9A-C8F2-94135D1C3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D40EF0F-AE19-5B92-88D1-652E18B0E326}"/>
              </a:ext>
            </a:extLst>
          </p:cNvPr>
          <p:cNvSpPr txBox="1"/>
          <p:nvPr/>
        </p:nvSpPr>
        <p:spPr>
          <a:xfrm>
            <a:off x="239443" y="2151727"/>
            <a:ext cx="117131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“Minha palavra me compromete. Se eu disse, vou cumprir.”</a:t>
            </a:r>
            <a:endParaRPr lang="pt-BR" sz="72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75A811-C036-CAFC-7D21-C464513E4AFF}"/>
              </a:ext>
            </a:extLst>
          </p:cNvPr>
          <p:cNvSpPr txBox="1"/>
          <p:nvPr/>
        </p:nvSpPr>
        <p:spPr>
          <a:xfrm>
            <a:off x="1020673" y="582067"/>
            <a:ext cx="101506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A ideia era:</a:t>
            </a:r>
            <a:endParaRPr lang="pt-BR" sz="166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288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76CC-AB5B-FD45-571D-051A9B74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807BFEA-C0D9-DAB7-0D9A-491C83F1C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96BC950-C1B7-32F5-E760-1F9D2F145C5C}"/>
              </a:ext>
            </a:extLst>
          </p:cNvPr>
          <p:cNvSpPr txBox="1"/>
          <p:nvPr/>
        </p:nvSpPr>
        <p:spPr>
          <a:xfrm>
            <a:off x="239443" y="920621"/>
            <a:ext cx="117131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Por isso, a honra de uma pessoa estava profundamente ligada à sua capacidade de manter aquilo que havia dito.</a:t>
            </a:r>
            <a:endParaRPr lang="pt-BR" sz="72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870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8709</TotalTime>
  <Words>88</Words>
  <Application>Microsoft Office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Bahnschrift SemiBold Condensed</vt:lpstr>
      <vt:lpstr>Bebas Neue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PC</dc:creator>
  <cp:lastModifiedBy>Cabine Som</cp:lastModifiedBy>
  <cp:revision>536</cp:revision>
  <dcterms:created xsi:type="dcterms:W3CDTF">2024-01-10T15:32:33Z</dcterms:created>
  <dcterms:modified xsi:type="dcterms:W3CDTF">2026-08-09T10:06:20Z</dcterms:modified>
</cp:coreProperties>
</file>