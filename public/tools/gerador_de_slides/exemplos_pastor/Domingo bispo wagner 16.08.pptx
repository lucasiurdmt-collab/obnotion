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7"/>
  </p:notesMasterIdLst>
  <p:sldIdLst>
    <p:sldId id="775" r:id="rId2"/>
    <p:sldId id="776" r:id="rId3"/>
    <p:sldId id="777" r:id="rId4"/>
    <p:sldId id="778" r:id="rId5"/>
    <p:sldId id="779" r:id="rId6"/>
    <p:sldId id="780" r:id="rId7"/>
    <p:sldId id="781" r:id="rId8"/>
    <p:sldId id="782" r:id="rId9"/>
    <p:sldId id="783" r:id="rId10"/>
    <p:sldId id="784" r:id="rId11"/>
    <p:sldId id="785" r:id="rId12"/>
    <p:sldId id="786" r:id="rId13"/>
    <p:sldId id="787" r:id="rId14"/>
    <p:sldId id="788" r:id="rId15"/>
    <p:sldId id="789" r:id="rId16"/>
    <p:sldId id="790" r:id="rId17"/>
    <p:sldId id="791" r:id="rId18"/>
    <p:sldId id="792" r:id="rId19"/>
    <p:sldId id="793" r:id="rId20"/>
    <p:sldId id="794" r:id="rId21"/>
    <p:sldId id="795" r:id="rId22"/>
    <p:sldId id="796" r:id="rId23"/>
    <p:sldId id="797" r:id="rId24"/>
    <p:sldId id="798" r:id="rId25"/>
    <p:sldId id="799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859"/>
    <a:srgbClr val="FFE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0" autoAdjust="0"/>
    <p:restoredTop sz="94275" autoAdjust="0"/>
  </p:normalViewPr>
  <p:slideViewPr>
    <p:cSldViewPr snapToGrid="0">
      <p:cViewPr varScale="1">
        <p:scale>
          <a:sx n="73" d="100"/>
          <a:sy n="73" d="100"/>
        </p:scale>
        <p:origin x="9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14D2-51EE-47C7-B51F-48AE87CA6A44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D21A4-EFCC-408B-BC15-937E799A19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7D41-538F-2CDD-9449-C0513F99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E5F93C-6D2F-7F74-B0A0-7D3E14739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9F9951F-81D3-BE1E-0960-345AA919F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6D5CAE-DCC0-1B98-FA82-B82434A89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2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B48A-FDE3-8B0C-71F7-AC9C022B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40F357-8E55-A0B2-8BBD-563ACB62D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CCB294-D1C5-4317-5EA9-536F66C8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EC73D0-1202-9B7C-66D3-E25224A4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277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062A-A75C-E095-B35F-4E37A07B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3E3701-C635-F0B6-33D3-BA4256134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73B01A-61D7-1B5C-6780-BA5493F08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E70327-808E-0DE1-E1D7-C8B4AEA3B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213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287C-D115-E192-939E-47975FD0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9B8873-12A7-265D-450C-DBAB694E8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5665A9-0DE1-247A-CEA5-451CA8111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623E23-6063-C23F-E2BA-564B11A0A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847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0E88-23D9-A5FF-29C6-C4062122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5A2FC3-A8E0-F96C-7B19-3FB91E948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98B68C-432B-B424-FFB1-F772423C6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8C4CBA-E8DA-F2F6-5FDE-505D6102E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747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4071-242B-C2D2-413B-B17DE0B5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5605F0-1306-F628-0B14-54E5523A6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DF25A9-E90A-87DA-D9B8-4F7402B7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31C53A-89D7-0229-AB74-ECEE1100B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18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BD05-BC3F-E28A-1BE9-F438E001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E063F31-96F2-2A44-C89A-207A1D1EF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73B6DD-ADD5-AD4A-ABB9-3CAA8BC4B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8AA4D8-8203-44F1-2422-D678CD322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770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10A9-A6C7-6B5D-20ED-41D3CE85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F4A12F-701E-623F-D550-5EC2451EF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2F43CD-DA1A-5CD3-3E78-EB1CE8F5B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A3EEA9-73FC-9896-B057-4A4E4704D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01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5A33-5C3B-EE3A-263C-24B9F9F5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E4996C-DFA6-2835-49F3-53F87E231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2ABDFB-2695-F770-E47D-C9C3D1E85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DB96AB-DD48-D57C-10D6-AC312F3A7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636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1238-E8BA-7265-323A-45F68161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F51EAB-861B-4F56-9173-5F95DF83C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D74A11-CD31-3A19-0C3F-594E1AF91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093F0D-F239-7036-C5A1-16A15A044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411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582E-55A1-E4E9-974C-EB5C2F63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EDB34A-4A2B-BF41-095A-ABCA4828D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3CC690-BD15-707A-4EF1-338A7E2CF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3F7480-4841-A653-230D-2635948BE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496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017-3DB7-0C09-7654-AED21910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BD427B-AFB0-E626-4F72-514E22E11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05CA35-2F59-5402-298E-9941EC149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CDB605-089B-3650-0930-CCEB078AF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031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2575-3F63-9157-6722-3BE57DCC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F2DD69-0D91-5665-8098-15BAACFF9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0929F8-C2A4-E6D3-8429-7421C1040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DBC144-5DC6-4D9D-DB16-489709738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277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C7B3-31AD-317E-C4A4-C6E05797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36A946-BFCE-582A-E8DC-3E9549E8A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0ADED5-EE41-1CEA-8D3F-348739C1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DF385D-F987-5C1E-9A18-CB8939E94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696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98F4-26D6-3A08-9156-D9E30A35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76428A-E675-4BCD-BDDC-195E0CF9F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FFB1B0-288F-4ECD-343D-6650B4826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B84B39-6D3D-9DAB-083C-907042AAC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890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15F1-0715-446F-23FB-9E398949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9E70D0-4F00-AD50-CA9D-1A87E0FFF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3A1929-2FEB-5C5D-3B87-A9B511EC0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A78C90-5C9C-E4C3-4602-74BDE1B33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325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DA15-891F-BBA3-F9DA-36D92676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59DD9E-5C29-9035-4522-D4B01DB39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F855EE-BF3D-66A6-B77A-703EF2922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A7406C-91BB-5EE3-0EE7-4D8B2DE4D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991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ADE1-65F0-32FE-6BFE-F447E113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9DB18E-6D6A-7C61-52DC-D8A222C35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7C6F3B-D62D-9421-9BE9-B3F07D0CB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12B17E-59D6-D92A-F42F-7D1AEC24B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276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83517-1342-3770-880C-847D7031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E6C476-7847-16BC-1D3D-AEB47DBBD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450DE8-82D6-CF62-0F7B-CC318BA92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6E5E32-DC14-4F96-4BA7-2D91774B1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497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8B72-1BA5-934C-304F-8E4599D6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8242AA-86D9-31E1-8064-EFD5B53D1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E9FCA5-C6BB-9809-3D4C-AF7687E25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785684-8486-DCF4-93F3-43965B97E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027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0CE6-4B2A-51A5-659E-78A0F182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3AF5F9-BC5C-26D0-FCD6-F322459C1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A7F642E-83E9-46FE-A4CE-DF9EDB7B1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3B8807-936F-298B-B65B-DB72BDE24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852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87E2-F3DD-0FD6-9080-A1D4E04B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FD8C47-12D4-4AD6-F086-5BE0D1D92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E7C51-1EE6-3C04-C7D0-37BE7D79C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E92FAF-BFAD-465A-B5F9-D109082D7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212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72E7-0539-B3BD-6182-DFF6FD71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D61CF1-D41D-1621-9E9A-B1F0A0EC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205611-8DC6-BC64-6000-2EB819E79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CF27D6-03F9-84AC-4616-ED1790917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1012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1DC4-404F-721A-9CF0-9A51B604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9885D7-6332-0617-8A4A-9C193CA1F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7906DF-F8F3-9919-1D1A-472EDBCAF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6F57F4-15A4-17C9-04D0-4227AEE50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517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C569-3BB3-EF31-E501-20E78541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C92753-89B1-2D93-F67E-BCADC244D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B47F6C-AFBE-44A4-CEE4-746C1FF2C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7E1730-5225-D912-8337-8DEF600D0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7568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3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5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8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9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74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5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5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3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47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05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7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1C9A-401D-4F40-AE4D-9DFB266BC8F1}" type="datetimeFigureOut">
              <a:rPr lang="pt-BR" smtClean="0"/>
              <a:t>23/08/2026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3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3984-BA0B-EF2A-F2E1-02A88E2AD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C69C2EB-0D7C-B904-AA70-7CD0A8E08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16349E7-90BB-79E0-0722-7ECE632D7CBA}"/>
              </a:ext>
            </a:extLst>
          </p:cNvPr>
          <p:cNvSpPr txBox="1"/>
          <p:nvPr/>
        </p:nvSpPr>
        <p:spPr>
          <a:xfrm>
            <a:off x="239443" y="2037581"/>
            <a:ext cx="117131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“Porque o Filho do homem veio salvar o que se tinha perdido.”</a:t>
            </a:r>
            <a:endParaRPr lang="pt-BR" sz="8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21F11E-BFB1-9E7A-5FA7-ECC28C2DB6AA}"/>
              </a:ext>
            </a:extLst>
          </p:cNvPr>
          <p:cNvSpPr txBox="1"/>
          <p:nvPr/>
        </p:nvSpPr>
        <p:spPr>
          <a:xfrm>
            <a:off x="239443" y="4838348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19:10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41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D39E-4B4F-B61D-D1C3-436CD13B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A115A44-9C40-DB77-D3CA-00894A055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89B1C6F-C8E2-C5EB-911E-1DE60CEC93C1}"/>
              </a:ext>
            </a:extLst>
          </p:cNvPr>
          <p:cNvSpPr txBox="1"/>
          <p:nvPr/>
        </p:nvSpPr>
        <p:spPr>
          <a:xfrm>
            <a:off x="239444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“Que vos parece? Se algum homem tiver cem ovelhas, e uma delas se desgarrar, não irá pelos montes, deixando as noventa e nove, em busca da que se desgarrou?”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0C2849-1043-20E3-AB0E-56F4319A78B2}"/>
              </a:ext>
            </a:extLst>
          </p:cNvPr>
          <p:cNvSpPr txBox="1"/>
          <p:nvPr/>
        </p:nvSpPr>
        <p:spPr>
          <a:xfrm>
            <a:off x="239444" y="5324954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17:12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5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0624-22AA-1602-CC0A-C59CA86A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12D5FEB-D538-3301-0950-E4CD37E42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2F1BAB-1333-5347-CE53-48923059B811}"/>
              </a:ext>
            </a:extLst>
          </p:cNvPr>
          <p:cNvSpPr txBox="1"/>
          <p:nvPr/>
        </p:nvSpPr>
        <p:spPr>
          <a:xfrm>
            <a:off x="239444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se porventura achá-la, em verdade vos digo que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maior prazer tem por aquela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do que pelas noventa e nove que não se desgarraram.”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6D8975-4438-88BE-9B30-9C69E12317D5}"/>
              </a:ext>
            </a:extLst>
          </p:cNvPr>
          <p:cNvSpPr txBox="1"/>
          <p:nvPr/>
        </p:nvSpPr>
        <p:spPr>
          <a:xfrm>
            <a:off x="239444" y="5324954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17:13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5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537B-B0E5-FC12-5B2F-CA5E9EA3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5673C91-E811-7D1C-BB31-526CA3018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47481EB-6711-531A-7904-84F8D1CCE42F}"/>
              </a:ext>
            </a:extLst>
          </p:cNvPr>
          <p:cNvSpPr txBox="1"/>
          <p:nvPr/>
        </p:nvSpPr>
        <p:spPr>
          <a:xfrm>
            <a:off x="239444" y="1868304"/>
            <a:ext cx="11713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“Assim, também, não é vontade de vosso Pai, que está nos céus, que um destes pequeninos se perca.”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D4ECBD-2320-F888-F263-48A3C62AE20C}"/>
              </a:ext>
            </a:extLst>
          </p:cNvPr>
          <p:cNvSpPr txBox="1"/>
          <p:nvPr/>
        </p:nvSpPr>
        <p:spPr>
          <a:xfrm>
            <a:off x="239444" y="5007625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17:14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CCD8-8815-4060-5FCE-C7811CEA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2AF0B35-BBED-CD0A-D6F1-01689C9D0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FBF5CF-056C-722D-097B-DE8F5EE9F35C}"/>
              </a:ext>
            </a:extLst>
          </p:cNvPr>
          <p:cNvSpPr txBox="1"/>
          <p:nvPr/>
        </p:nvSpPr>
        <p:spPr>
          <a:xfrm>
            <a:off x="309155" y="1885603"/>
            <a:ext cx="115736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O filho pródigo tinha duas características:</a:t>
            </a:r>
            <a:endParaRPr lang="pt-BR" sz="54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F40E5F-5AA0-0B9C-D7B2-9E809675881A}"/>
              </a:ext>
            </a:extLst>
          </p:cNvPr>
          <p:cNvSpPr txBox="1"/>
          <p:nvPr/>
        </p:nvSpPr>
        <p:spPr>
          <a:xfrm>
            <a:off x="618310" y="2718386"/>
            <a:ext cx="115736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Ousadia e sinceridade</a:t>
            </a:r>
            <a:endParaRPr lang="pt-BR" sz="96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8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0492-0055-A068-DBA2-19A9F461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5EE5D2C-CB39-CF54-D2A9-44A494A92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4371051-D4C0-B60C-B1DE-6820E29BEDDB}"/>
              </a:ext>
            </a:extLst>
          </p:cNvPr>
          <p:cNvSpPr txBox="1"/>
          <p:nvPr/>
        </p:nvSpPr>
        <p:spPr>
          <a:xfrm>
            <a:off x="239444" y="1347410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disse: Um certo homem tinha dois filhos; e o mais moço deles disse ao pai: Pai, dá-me a parte dos bens que me pertence. E ele repartiu por eles a fazenda.”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EBBD48-A0CE-65A7-AD77-00B4CAA3FAD8}"/>
              </a:ext>
            </a:extLst>
          </p:cNvPr>
          <p:cNvSpPr txBox="1"/>
          <p:nvPr/>
        </p:nvSpPr>
        <p:spPr>
          <a:xfrm>
            <a:off x="239444" y="513306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15:11-12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659F-2260-EEC6-D4C9-020D09D3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2BD47C9-F87F-BDAD-D282-7E372D224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5811361-EB95-CD88-94E8-972C13CF877B}"/>
              </a:ext>
            </a:extLst>
          </p:cNvPr>
          <p:cNvSpPr txBox="1"/>
          <p:nvPr/>
        </p:nvSpPr>
        <p:spPr>
          <a:xfrm>
            <a:off x="239444" y="1545139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poucos dias depois, o filho mais novo, ajuntando tudo, partiu para uma terra longínqua, e ali desperdiçou os seus bens,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vivendo dissolutamente.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5796E9-E7E0-7FD7-5E41-C8C0C6BA769C}"/>
              </a:ext>
            </a:extLst>
          </p:cNvPr>
          <p:cNvSpPr txBox="1"/>
          <p:nvPr/>
        </p:nvSpPr>
        <p:spPr>
          <a:xfrm>
            <a:off x="239444" y="533079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15:13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6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9CFC-F92E-6CEB-D98D-BA661713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7C4DECC-3E3F-6041-543E-FBC6EEDF7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455B41-4FA5-FA04-1145-149F1B4BD4FE}"/>
              </a:ext>
            </a:extLst>
          </p:cNvPr>
          <p:cNvSpPr txBox="1"/>
          <p:nvPr/>
        </p:nvSpPr>
        <p:spPr>
          <a:xfrm>
            <a:off x="239444" y="2653135"/>
            <a:ext cx="117131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“Não deis lugar ao diabo.”</a:t>
            </a:r>
            <a:endParaRPr lang="pt-BR" sz="9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DBDDC9-21E7-6123-52B3-91AACA5AD8CB}"/>
              </a:ext>
            </a:extLst>
          </p:cNvPr>
          <p:cNvSpPr txBox="1"/>
          <p:nvPr/>
        </p:nvSpPr>
        <p:spPr>
          <a:xfrm>
            <a:off x="239443" y="4222795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Efésios 4:27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9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B9187-5FCF-436A-14A9-03F502B5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9743732-3198-3170-788E-2632B16FB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3204F1C-CBC4-2C36-61B8-D703ED8F12AF}"/>
              </a:ext>
            </a:extLst>
          </p:cNvPr>
          <p:cNvSpPr txBox="1"/>
          <p:nvPr/>
        </p:nvSpPr>
        <p:spPr>
          <a:xfrm>
            <a:off x="239444" y="1736617"/>
            <a:ext cx="11713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havendo ele gastado tudo, houve naquela terra uma grande fome, e começou a 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padecer necessidades.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98CB50-E519-F889-445A-31569249CE56}"/>
              </a:ext>
            </a:extLst>
          </p:cNvPr>
          <p:cNvSpPr txBox="1"/>
          <p:nvPr/>
        </p:nvSpPr>
        <p:spPr>
          <a:xfrm>
            <a:off x="239444" y="4892493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15:14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04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18F2B-C7C5-4B86-AD21-66DD86A4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544CFA1-209B-7A98-366A-5009C9CE6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5E5DDD-0C9C-3528-0BEF-CAB27857DC2D}"/>
              </a:ext>
            </a:extLst>
          </p:cNvPr>
          <p:cNvSpPr txBox="1"/>
          <p:nvPr/>
        </p:nvSpPr>
        <p:spPr>
          <a:xfrm>
            <a:off x="239444" y="1736617"/>
            <a:ext cx="11713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foi, e chegou-se a um dos cidadãos daquela terra, o qual o mandou para os seus campos, 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 apascentar porcos.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A2209D-4CBE-DFF0-18A6-97660694D9A3}"/>
              </a:ext>
            </a:extLst>
          </p:cNvPr>
          <p:cNvSpPr txBox="1"/>
          <p:nvPr/>
        </p:nvSpPr>
        <p:spPr>
          <a:xfrm>
            <a:off x="239444" y="4892493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15:15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583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4D736-2488-3040-963A-3D423147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22F2AEA-A7D5-7D6B-43E1-1F17D6AC9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D9B3FE7-FF1D-964B-A68A-0323836B564F}"/>
              </a:ext>
            </a:extLst>
          </p:cNvPr>
          <p:cNvSpPr txBox="1"/>
          <p:nvPr/>
        </p:nvSpPr>
        <p:spPr>
          <a:xfrm>
            <a:off x="239444" y="1736617"/>
            <a:ext cx="117131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desejava encher o seu estômago com as bolotas que os porcos comiam, e 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ninguém lhe dava nada.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7F24D5-C362-B354-9D29-D49EA33C5578}"/>
              </a:ext>
            </a:extLst>
          </p:cNvPr>
          <p:cNvSpPr txBox="1"/>
          <p:nvPr/>
        </p:nvSpPr>
        <p:spPr>
          <a:xfrm>
            <a:off x="239444" y="4892493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15:16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41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8E11-E0A1-70C0-AB7A-510B6396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D2376B5-9DEE-6A82-87BA-BE5B73B57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118428-53A1-90BD-A235-D73E55B3DC0D}"/>
              </a:ext>
            </a:extLst>
          </p:cNvPr>
          <p:cNvSpPr txBox="1"/>
          <p:nvPr/>
        </p:nvSpPr>
        <p:spPr>
          <a:xfrm>
            <a:off x="239443" y="1305341"/>
            <a:ext cx="117131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“Levantar-me-ei, e irei ter com meu pai, e dir-lhe-ei: Pai, pequei contra o céu e perante ti; já não sou digno de ser chamado teu filho; faze-me como um dos teus empregados. E, levantando-se, foi para seu pai.”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64CE25-0880-3877-CCD9-540743F4185E}"/>
              </a:ext>
            </a:extLst>
          </p:cNvPr>
          <p:cNvSpPr txBox="1"/>
          <p:nvPr/>
        </p:nvSpPr>
        <p:spPr>
          <a:xfrm>
            <a:off x="239443" y="5552658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15:18-20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0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24691-D653-6019-FB44-9308324E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AF2A0CC-DF9C-157E-3F60-1888DFDCD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56D3F5E-3659-E1E5-AB03-C60796BEB3FD}"/>
              </a:ext>
            </a:extLst>
          </p:cNvPr>
          <p:cNvSpPr txBox="1"/>
          <p:nvPr/>
        </p:nvSpPr>
        <p:spPr>
          <a:xfrm>
            <a:off x="239443" y="1536174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“Tendo, pois, irmãos, </a:t>
            </a:r>
            <a:r>
              <a:rPr lang="pt-BR" sz="8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ousadia</a:t>
            </a:r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para entrar no santuário, pelo sangue de Jesus...”</a:t>
            </a:r>
            <a:endParaRPr lang="pt-BR" sz="8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DF18D8-BFBB-4EE3-A329-9C5D31556211}"/>
              </a:ext>
            </a:extLst>
          </p:cNvPr>
          <p:cNvSpPr txBox="1"/>
          <p:nvPr/>
        </p:nvSpPr>
        <p:spPr>
          <a:xfrm>
            <a:off x="239443" y="5321826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Hebreus 10:19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22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4BD5-7AC1-699D-4412-DC7DE1F0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4D1977C-92D1-1C9F-AA3A-EE317DD3F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34064D3-89B2-FD41-10FA-DC9A2859F56B}"/>
              </a:ext>
            </a:extLst>
          </p:cNvPr>
          <p:cNvSpPr txBox="1"/>
          <p:nvPr/>
        </p:nvSpPr>
        <p:spPr>
          <a:xfrm>
            <a:off x="239443" y="1729805"/>
            <a:ext cx="117131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levantando-se, foi para seu pai; e, quando ainda estava longe, viu-o seu pai, e se moveu de íntima compaixão e,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correndo, </a:t>
            </a:r>
            <a:r>
              <a:rPr lang="pt-BR" sz="5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lançou-se-lhe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ao pescoço e o beijou.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2EB8FD-D4FB-098C-D41C-DA3B95B31FD5}"/>
              </a:ext>
            </a:extLst>
          </p:cNvPr>
          <p:cNvSpPr txBox="1"/>
          <p:nvPr/>
        </p:nvSpPr>
        <p:spPr>
          <a:xfrm>
            <a:off x="239443" y="5146125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Lucas 15:20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174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D5970-3BEE-2167-2F53-1DA08C48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B372156-EB27-D9BF-2396-3F9A85B7C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9BA154E-9CF5-9B0C-458A-221A3BB732B2}"/>
              </a:ext>
            </a:extLst>
          </p:cNvPr>
          <p:cNvSpPr txBox="1"/>
          <p:nvPr/>
        </p:nvSpPr>
        <p:spPr>
          <a:xfrm>
            <a:off x="239443" y="1545139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“BEM-AVENTURADO aquele que teme ao SENHOR </a:t>
            </a:r>
            <a:r>
              <a:rPr lang="pt-BR" sz="8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anda nos seus caminhos.</a:t>
            </a:r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8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B21F2F-492E-7FCE-E011-584E3D20C421}"/>
              </a:ext>
            </a:extLst>
          </p:cNvPr>
          <p:cNvSpPr txBox="1"/>
          <p:nvPr/>
        </p:nvSpPr>
        <p:spPr>
          <a:xfrm>
            <a:off x="239443" y="533079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Salmos 128:1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57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00D5-8B7A-E6D0-C53C-050DF206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7DC48B5-7A9C-AE98-CAD4-C59CA41E5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DFC1E8-2F51-F37F-D359-BD1818A0219A}"/>
              </a:ext>
            </a:extLst>
          </p:cNvPr>
          <p:cNvSpPr txBox="1"/>
          <p:nvPr/>
        </p:nvSpPr>
        <p:spPr>
          <a:xfrm>
            <a:off x="239443" y="1545139"/>
            <a:ext cx="117131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“Pois </a:t>
            </a:r>
            <a:r>
              <a:rPr lang="pt-BR" sz="8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comerás</a:t>
            </a:r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do trabalho das tuas mãos; </a:t>
            </a:r>
            <a:r>
              <a:rPr lang="pt-BR" sz="8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feliz serás, e te irá bem.</a:t>
            </a:r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”</a:t>
            </a:r>
            <a:endParaRPr lang="pt-BR" sz="8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AC9987-0AF0-2521-6CA7-949B6E44AF56}"/>
              </a:ext>
            </a:extLst>
          </p:cNvPr>
          <p:cNvSpPr txBox="1"/>
          <p:nvPr/>
        </p:nvSpPr>
        <p:spPr>
          <a:xfrm>
            <a:off x="239443" y="533079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Salmos 128:2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6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9FAD-129E-AAA1-2AFC-48E6AF16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0025772-ED1A-7FF2-D64A-946BBDBC4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937F53C-A632-58EE-06BA-0DD368BE2DFA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 tua mulher 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será como a videira frutífera aos lados da tua casa; </a:t>
            </a:r>
            <a:r>
              <a:rPr lang="pt-BR" sz="66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os teus filhos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como plantas de oliveira à roda da tua mesa.”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9D58F3-1B43-4086-6F37-4488E148CF68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Salmos 128:3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32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F5AB-6AFC-CB15-6AC7-581B09AB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25122CD-A0EE-BBC6-8863-28FD1DBB4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04924D-7134-8843-8BAB-45F3FD08FC79}"/>
              </a:ext>
            </a:extLst>
          </p:cNvPr>
          <p:cNvSpPr txBox="1"/>
          <p:nvPr/>
        </p:nvSpPr>
        <p:spPr>
          <a:xfrm>
            <a:off x="239443" y="2151727"/>
            <a:ext cx="11713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“Eis que </a:t>
            </a:r>
            <a:r>
              <a:rPr lang="pt-BR" sz="8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assim será abençoado </a:t>
            </a:r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 homem que teme ao SENHOR.”</a:t>
            </a:r>
            <a:endParaRPr lang="pt-BR" sz="8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2616A6-071A-1520-99D3-6BE8BD85A1CC}"/>
              </a:ext>
            </a:extLst>
          </p:cNvPr>
          <p:cNvSpPr txBox="1"/>
          <p:nvPr/>
        </p:nvSpPr>
        <p:spPr>
          <a:xfrm>
            <a:off x="239443" y="470627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Salmos 128:4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18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4A7D-A993-DC6C-4721-C6EA9B4F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EE41438-C267-FC0D-FFC8-8E91243AB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69A074B-A67C-1149-7197-2138D9D091BD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F6F406C-7B14-7235-E0E9-0B489184C9F5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2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12B2-7BEF-55DA-2B2C-3658B133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00F680A-D1DA-8819-758E-DA6365F90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D9ADD3E-6DCC-5932-4049-84C699238527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4E0155-70F1-98BB-8B62-F2F2CABCE510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66DC9A-5E78-1E98-7DFD-8EEAE01B4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488AF0B-E4D0-15C0-2A3E-24E8E04B94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8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409D-3950-6D66-2BB6-25356B2F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0D21AF9-6490-348D-F262-C70AD1736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5B903FC-4627-4E0F-FD9D-C037509061A9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C5222-A77D-202A-19D5-7F3FF605C036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E7C944-92D8-2D5F-BECE-2AE3A287A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6C8538F-85DD-DCF4-AF4E-8634A1D50E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12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65BD-0CF0-4770-2EA8-4233789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04261F03-D55F-A2D4-B40B-59069C9C3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4660496-D179-2039-C95B-763E407BEE3E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933DA5-4645-8532-77F0-015FAAF3C827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E715A9-A265-A316-5897-D88828005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D7C321-99E6-A0A7-4735-4F5000227F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BC04169-9866-EFC3-4F70-13E606210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42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3A6D-2B5F-7658-8B04-6F8432DF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B42951C-B7DB-E96B-BB9D-57EA3C3B9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2E365F7-A84F-F629-BCF6-2CA7AEAC45F2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BD6392-6DEB-F932-A58D-883E99B9D6D9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74434-038C-A39E-9D49-8D27AE66EE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02A3E96-A845-7FDC-5173-2341DCADB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7951FFC-79F6-BF56-6B93-0DC633A80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3C80893-6598-907B-A11F-9BDF8C04F6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17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64B5D-31A2-9D4E-7769-B0C820BC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24587A6-A4E9-119B-66F5-A6B62E844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126C5C3-3905-0C85-DB58-B84D2D6A8C0C}"/>
              </a:ext>
            </a:extLst>
          </p:cNvPr>
          <p:cNvSpPr txBox="1"/>
          <p:nvPr/>
        </p:nvSpPr>
        <p:spPr>
          <a:xfrm>
            <a:off x="239443" y="1351508"/>
            <a:ext cx="117131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“Cada um contribua segundo propôs no seu coração; não com tristeza, ou por necessidade; porque Deus ama ao que dá com alegria.”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F9C48B-D4CD-43B8-57E9-04E80DC82229}"/>
              </a:ext>
            </a:extLst>
          </p:cNvPr>
          <p:cNvSpPr txBox="1"/>
          <p:nvPr/>
        </p:nvSpPr>
        <p:spPr>
          <a:xfrm>
            <a:off x="239443" y="5506492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 err="1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Ii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 coríntios 9:7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BCEA03-0369-AAE2-A4E2-2AD22C34E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A181731-6A6B-0149-1311-0AA69CA54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F04226-69AE-4DB8-884A-F1A399AEF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8EB6B82-DC02-862B-53DD-A466B08F4B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71A9770-255E-07D2-D65D-F34AC9757D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5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566E-8A93-9491-EAEF-82FE1451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245F381-0AD2-ABC4-13D8-9451C7DAA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1857CD9-9B60-1A37-1056-A140CDFD42A3}"/>
              </a:ext>
            </a:extLst>
          </p:cNvPr>
          <p:cNvSpPr txBox="1"/>
          <p:nvPr/>
        </p:nvSpPr>
        <p:spPr>
          <a:xfrm>
            <a:off x="239443" y="299702"/>
            <a:ext cx="1171311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YAHWEH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U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S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OU</a:t>
            </a:r>
          </a:p>
          <a:p>
            <a:pPr algn="ctr"/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JIREH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O QUE PROVÊ</a:t>
            </a:r>
          </a:p>
          <a:p>
            <a:pPr algn="ctr"/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RAPHA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O QUE CURA</a:t>
            </a:r>
          </a:p>
          <a:p>
            <a:pPr algn="ctr"/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ADONAI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MEU SENHOR SOBERANO</a:t>
            </a:r>
          </a:p>
          <a:p>
            <a:pPr algn="ctr"/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ELOHIM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– O CRIADOR PODEROSO</a:t>
            </a:r>
          </a:p>
        </p:txBody>
      </p:sp>
    </p:spTree>
    <p:extLst>
      <p:ext uri="{BB962C8B-B14F-4D97-AF65-F5344CB8AC3E}">
        <p14:creationId xmlns:p14="http://schemas.microsoft.com/office/powerpoint/2010/main" val="2880132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8668</TotalTime>
  <Words>696</Words>
  <Application>Microsoft Office PowerPoint</Application>
  <PresentationFormat>Widescreen</PresentationFormat>
  <Paragraphs>78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Bahnschrift SemiBold Condensed</vt:lpstr>
      <vt:lpstr>Bebas Neue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PC</dc:creator>
  <cp:lastModifiedBy>Cabine Som</cp:lastModifiedBy>
  <cp:revision>532</cp:revision>
  <dcterms:created xsi:type="dcterms:W3CDTF">2024-01-10T15:32:33Z</dcterms:created>
  <dcterms:modified xsi:type="dcterms:W3CDTF">2026-08-23T11:53:39Z</dcterms:modified>
</cp:coreProperties>
</file>