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4"/>
  </p:notesMasterIdLst>
  <p:sldIdLst>
    <p:sldId id="777" r:id="rId2"/>
    <p:sldId id="778" r:id="rId3"/>
    <p:sldId id="783" r:id="rId4"/>
    <p:sldId id="784" r:id="rId5"/>
    <p:sldId id="782" r:id="rId6"/>
    <p:sldId id="785" r:id="rId7"/>
    <p:sldId id="786" r:id="rId8"/>
    <p:sldId id="787" r:id="rId9"/>
    <p:sldId id="788" r:id="rId10"/>
    <p:sldId id="789" r:id="rId11"/>
    <p:sldId id="790" r:id="rId12"/>
    <p:sldId id="791" r:id="rId13"/>
    <p:sldId id="792" r:id="rId14"/>
    <p:sldId id="793" r:id="rId15"/>
    <p:sldId id="794" r:id="rId16"/>
    <p:sldId id="795" r:id="rId17"/>
    <p:sldId id="796" r:id="rId18"/>
    <p:sldId id="797" r:id="rId19"/>
    <p:sldId id="798" r:id="rId20"/>
    <p:sldId id="799" r:id="rId21"/>
    <p:sldId id="800" r:id="rId22"/>
    <p:sldId id="801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859"/>
    <a:srgbClr val="FFE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275" autoAdjust="0"/>
  </p:normalViewPr>
  <p:slideViewPr>
    <p:cSldViewPr snapToGrid="0">
      <p:cViewPr>
        <p:scale>
          <a:sx n="75" d="100"/>
          <a:sy n="75" d="100"/>
        </p:scale>
        <p:origin x="1944" y="7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14D2-51EE-47C7-B51F-48AE87CA6A44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D21A4-EFCC-408B-BC15-937E799A19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9999-F447-6598-DF7E-0B4B265A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687BAE-0126-844D-6D7B-2E8231CD5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4E7EC6-7181-DFB8-F72E-4B5CCE149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94CCC2-5211-8052-BE92-7F6E9797C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477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D3CA-819A-7594-E05A-5D160835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973795-9881-3B2C-2616-3972EF452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777DCB-CAF7-C3C3-0C79-EFAAF37D3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D3B1B7-84BA-F0C7-3768-CF1D1675D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67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99E3-0EF2-CEBC-3A52-FD31C37E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BE3974-BADD-49CF-9978-5EF1DFD12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2A66BA-0DB8-4EDC-65AC-324B64277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951BBF-53BA-F022-E35A-66D61B9FB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2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E6E4-3D0D-61D8-8CD3-3A03CC1F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BAAA4C-D5D2-3BFE-CF47-BF4463F81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0482BE-7804-880C-7548-4AD3AEB9E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4909E9-A9D3-C16D-E80B-35558F087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025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0EB4-C5E7-D46B-4626-B6ACBFC6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8D8503-0E70-D249-71FF-C9D5F3CE5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DCFE6B-9524-2B25-C6E4-94954DE75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6D2150-D496-466F-B274-BA705AEF3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79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AFC5F-2702-00EA-6643-CEA3A1D5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8CF040-B39D-5A29-C06A-71B447229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C48727-8ACF-1AB9-F5BA-5A766C1F9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816B38-1F68-180C-F698-216F3C34F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604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0F8F-CE18-315A-8D2F-474B0826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BB9E1F-7663-A500-1311-2699E70E1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955EA7-0766-D0CF-DB21-824BC51FD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0EE2C4-1F4B-FEB6-7F4D-F4EE6594A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283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2EFA-60C4-D938-AB9A-11651CEF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FB45A1-A82C-ABF9-FA11-69E7A24BD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F5BD25-8A0A-1658-8E17-37805109D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72970C-EA46-7A50-E14D-8327EF8B6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931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2C09-64B7-C91D-29A4-397CF3D4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39F0A2-A989-12FC-5CE9-279DAF74E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2CF0C6-18AE-4649-157B-5AAEE861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613AAA-64F1-A918-A22A-0B15BE50E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326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568B-A0B1-4472-84EC-D3A48A6D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20C0B1-B339-20E6-0056-EAC159856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2D9E55-583B-3B30-5910-773E8F0D8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CA0E1A-5305-0FAE-FE94-80B5FF403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741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D775-E181-FDB8-28DB-7E5284EA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E91AE7-4A41-71F7-673F-DAB4EFAC3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FE70B3-1679-1DEE-4AE8-B5EDCA0F7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A5301B-7AB2-2920-69BB-4309A99EB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161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1D62-3CD3-F3FD-D115-3F201ABE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4C8587-EA56-1965-9F3C-9D2F54C8A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7746DA-27CB-CD69-8FC1-FF0505D5B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D88E32-E149-AC46-9596-D1BDF823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34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84B96-02B3-837F-16AA-460E867C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2670BB-90F4-954A-EE0A-C0340F57F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D4675B-EDDF-6199-9E40-4C85D91C9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CD8E83-D1B2-F617-9917-15994DE34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254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9AB9-A0C5-2C10-DC28-64D42BB2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DA7FF0-150A-ACB2-4ED6-9F4C8883E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9955EE-6533-18B3-58E9-D87567039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0E1078-AA20-DB65-4598-3648A9EF4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396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B21E-D611-C793-3B83-2CDC8B7F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8DC4A1-EB07-44FD-C5C7-E0B2BB91B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940207-A7F0-6BD8-46C6-6E00525DC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739257-71CC-78EB-4AA4-F61D15F34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665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BB8D4-7B40-7C40-A8F1-7A2090B1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53F8E2-8C59-0A10-E1A5-C7A50869D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ACB12A-17D2-9422-9365-DFB2E649B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F0C8F4-D845-268F-F023-49535D65C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531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0A07-7626-8F11-037C-51789EE2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2327AE-AEB8-DC72-F703-4DD4802D1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B77A7C-93AD-54E2-D31F-EA0745E19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F6861B-4E82-4F1E-5A1C-2058683D3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605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4BA21-82FA-B65C-DE3A-4950E23B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ED3485B-BA20-ADC6-DB50-312AEE6EC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55AE23-93A9-AE39-126A-468061461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14A225-FD47-46C1-500A-21DD776AB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463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C237-C637-7861-5AC8-8DD66FF9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01B445-BC32-ABD8-D79D-32A50FAB9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A4C8E7-9AFB-4B42-DB81-E4258F33D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0762AD-0F6A-410E-189D-421620C2D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620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6E1B-5320-A9FC-525A-C19F99A3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134F2F-BFCC-17F9-D170-894C7B4AF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044114-70B1-C647-ADAB-00643A304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76E37C-AFB3-9B2B-B46D-12669606D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109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C5BB-AC35-BBFD-4582-589F50A60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B0C161-7CDB-0E84-3422-55791BBE3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92ED76-108B-5CEA-C569-4BF3FCF71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FB8B08-01FE-52A3-BBF9-8A7747E39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37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A050-5DA1-76F2-0502-35A58127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29FAA9-5374-B208-65E1-F25D85C1B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B1252B-0660-8184-3AF0-4F18FFBAC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0248A3-F09C-293F-B315-3F5D1DD66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07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3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5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8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9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74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5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5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3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47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05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7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1C9A-401D-4F40-AE4D-9DFB266BC8F1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3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9AFE-7E4F-89D2-1ADD-B04D0981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F316706-718D-090F-EDF2-F85B804D5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632A365-8EE5-E4EA-8FA7-0AAA6431F439}"/>
              </a:ext>
            </a:extLst>
          </p:cNvPr>
          <p:cNvSpPr txBox="1"/>
          <p:nvPr/>
        </p:nvSpPr>
        <p:spPr>
          <a:xfrm>
            <a:off x="1199968" y="1823044"/>
            <a:ext cx="10150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A armadura 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do</a:t>
            </a:r>
            <a:endParaRPr lang="pt-BR" sz="16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E4872B-9919-8BCD-D881-3E12BF74E87E}"/>
              </a:ext>
            </a:extLst>
          </p:cNvPr>
          <p:cNvSpPr txBox="1"/>
          <p:nvPr/>
        </p:nvSpPr>
        <p:spPr>
          <a:xfrm>
            <a:off x="1388228" y="2607874"/>
            <a:ext cx="101506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8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eino</a:t>
            </a:r>
            <a:r>
              <a:rPr lang="pt-BR" sz="138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de deus</a:t>
            </a:r>
            <a:endParaRPr lang="pt-BR" sz="239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8D1C85-5F81-2DB2-FF12-9480613C075C}"/>
              </a:ext>
            </a:extLst>
          </p:cNvPr>
          <p:cNvSpPr txBox="1"/>
          <p:nvPr/>
        </p:nvSpPr>
        <p:spPr>
          <a:xfrm>
            <a:off x="1703296" y="1424969"/>
            <a:ext cx="609600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39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R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5250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61C1-3895-5A35-9BF3-5F1AD62D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A80C2BC-DDB3-C6DF-BC10-DEDE93237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76C1B4B-5BC0-71BA-633E-9DAFCEAF6136}"/>
              </a:ext>
            </a:extLst>
          </p:cNvPr>
          <p:cNvSpPr txBox="1"/>
          <p:nvPr/>
        </p:nvSpPr>
        <p:spPr>
          <a:xfrm>
            <a:off x="239443" y="1720840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Na parte anterior, vimos que Deus dá o Espírito Santo àqueles que Lhe obedecem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(At 5:32)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. E essa obediência se revela por meio de uma vida guiada pelos princípios do Reino de Deus.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8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B2A5-FF54-DD38-2212-7B01D36F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C261AE8-3D12-8CE7-EB5D-D083B6955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0D061C8-05BE-2942-BAB8-1A8499D6D4CD}"/>
              </a:ext>
            </a:extLst>
          </p:cNvPr>
          <p:cNvSpPr txBox="1"/>
          <p:nvPr/>
        </p:nvSpPr>
        <p:spPr>
          <a:xfrm>
            <a:off x="239443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Foi exatamente isso que o Senhor Jesus ensinou no Sermão do Monte. Depois de ensinar Seus discípulos a orar, Ele passou a mostrar, por meio dos ensinamentos a seguir, como deve viver todo aquele que pertence ao Reino de Deus.</a:t>
            </a:r>
            <a:endParaRPr lang="pt-BR" sz="4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17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B991-BCD9-9AF2-97E3-8FB63A55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87273E4-42B5-2528-4F80-FC8F42B54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B58CA6A-04CB-56BB-1041-5418C2454B67}"/>
              </a:ext>
            </a:extLst>
          </p:cNvPr>
          <p:cNvSpPr txBox="1"/>
          <p:nvPr/>
        </p:nvSpPr>
        <p:spPr>
          <a:xfrm>
            <a:off x="1020674" y="1676850"/>
            <a:ext cx="1015065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A sinceridade</a:t>
            </a:r>
            <a:endParaRPr lang="pt-BR" sz="199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840874-9CD2-67F9-6544-0519260F5B62}"/>
              </a:ext>
            </a:extLst>
          </p:cNvPr>
          <p:cNvSpPr txBox="1"/>
          <p:nvPr/>
        </p:nvSpPr>
        <p:spPr>
          <a:xfrm>
            <a:off x="1020674" y="2598054"/>
            <a:ext cx="1015065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9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No reino</a:t>
            </a:r>
            <a:endParaRPr lang="pt-BR" sz="34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A6093-C0FF-EC19-6DE4-1BF319A2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A6B13AC-EF54-A1CA-E0E5-3F57FED14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66F59C-4834-E4D4-4AB1-D14B69AF88FE}"/>
              </a:ext>
            </a:extLst>
          </p:cNvPr>
          <p:cNvSpPr txBox="1"/>
          <p:nvPr/>
        </p:nvSpPr>
        <p:spPr>
          <a:xfrm>
            <a:off x="239443" y="1720840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“Guardai-vos de fazer a vossa esmola diante dos homens, para serdes vistos por eles; aliás, não tendes galardão junto de vosso Pai, que está nos céus.”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36FB0D-BB51-6D65-0B75-3A2A6DA27AB0}"/>
              </a:ext>
            </a:extLst>
          </p:cNvPr>
          <p:cNvSpPr txBox="1"/>
          <p:nvPr/>
        </p:nvSpPr>
        <p:spPr>
          <a:xfrm>
            <a:off x="239443" y="513716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6:1-5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931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919D5-C759-E9D8-02A5-4BE93E57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B4C659E-8A00-5F81-B71A-22D3DB720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0D8BDE-28C0-9693-8A7C-F7A5EBD1B042}"/>
              </a:ext>
            </a:extLst>
          </p:cNvPr>
          <p:cNvSpPr txBox="1"/>
          <p:nvPr/>
        </p:nvSpPr>
        <p:spPr>
          <a:xfrm>
            <a:off x="239443" y="1305341"/>
            <a:ext cx="117131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“Quando, pois, deres esmola, não faças tocar trombeta diante de ti, como fazem os hipócritas nas sinagogas e nas ruas, para serem glorificados pelos homens. Em verdade vos digo que já têm o seu galardão.”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D2248B-5E31-3125-53CA-1AD2D9332B31}"/>
              </a:ext>
            </a:extLst>
          </p:cNvPr>
          <p:cNvSpPr txBox="1"/>
          <p:nvPr/>
        </p:nvSpPr>
        <p:spPr>
          <a:xfrm>
            <a:off x="239443" y="5552658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6:1-5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78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8125-35A3-4DE7-310D-4DAC8B84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E957356-CBEB-7813-E1DA-BEA0D0195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F1589C-A50F-E533-701A-FF302661B41B}"/>
              </a:ext>
            </a:extLst>
          </p:cNvPr>
          <p:cNvSpPr txBox="1"/>
          <p:nvPr/>
        </p:nvSpPr>
        <p:spPr>
          <a:xfrm>
            <a:off x="239443" y="1305341"/>
            <a:ext cx="117131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“Mas, quando tu deres esmola, não saiba a tua mão esquerda o que faz a tua direita; para que a tua esmola seja dada em secreto; e teu Pai, que vê em secreto, Ele mesmo te recompensará publicamente.”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27C8FA-7BEF-E20D-5B40-E72EF3932CF3}"/>
              </a:ext>
            </a:extLst>
          </p:cNvPr>
          <p:cNvSpPr txBox="1"/>
          <p:nvPr/>
        </p:nvSpPr>
        <p:spPr>
          <a:xfrm>
            <a:off x="239443" y="5552658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6:1-5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1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D576-CA4C-FA93-E009-BCCF3DEB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C37F57F-7516-20E0-D138-B6F0562E2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5233E64-4FAA-960D-1753-6986C3ACA09D}"/>
              </a:ext>
            </a:extLst>
          </p:cNvPr>
          <p:cNvSpPr txBox="1"/>
          <p:nvPr/>
        </p:nvSpPr>
        <p:spPr>
          <a:xfrm>
            <a:off x="239443" y="1305341"/>
            <a:ext cx="117131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E, quando orares, não sejas como os hipócritas; 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pois se comprazem em orar em pé nas sinagogas e às esquinas das ruas, para serem vistos pelos homens. Em verdade vos digo que já receberam o seu galardão.”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96B3A7-9622-7B7C-EED9-523593DE75A2}"/>
              </a:ext>
            </a:extLst>
          </p:cNvPr>
          <p:cNvSpPr txBox="1"/>
          <p:nvPr/>
        </p:nvSpPr>
        <p:spPr>
          <a:xfrm>
            <a:off x="239443" y="5552658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6:1-5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59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7549-90F7-5D03-4FBB-824DB89E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A85FECF-12D9-C87B-115C-C561653E9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4FD083B-CE04-211A-D244-6D5BA13D5948}"/>
              </a:ext>
            </a:extLst>
          </p:cNvPr>
          <p:cNvSpPr txBox="1"/>
          <p:nvPr/>
        </p:nvSpPr>
        <p:spPr>
          <a:xfrm>
            <a:off x="239443" y="2367171"/>
            <a:ext cx="117131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“Dois homens subiram ao templo, para orar; um, fariseu, e o outro, publicano.”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CF2035-884F-A979-6022-CC6E5C78C965}"/>
              </a:ext>
            </a:extLst>
          </p:cNvPr>
          <p:cNvSpPr txBox="1"/>
          <p:nvPr/>
        </p:nvSpPr>
        <p:spPr>
          <a:xfrm>
            <a:off x="239443" y="4490829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18:10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18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EF51B-4430-0737-2F45-7856321E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32FDE2F-1CF5-35D5-CCA9-299EF6814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AE1199-23EF-B370-831A-4320AC881418}"/>
              </a:ext>
            </a:extLst>
          </p:cNvPr>
          <p:cNvSpPr txBox="1"/>
          <p:nvPr/>
        </p:nvSpPr>
        <p:spPr>
          <a:xfrm>
            <a:off x="239444" y="947260"/>
            <a:ext cx="117131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“O fariseu, estando em pé, orava consigo desta maneira: Ó Deus, graças te dou porque não sou como os demais homens, roubadores, injustos e adúlteros; nem ainda como este publicano.”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F2A577-0CC5-5744-9C2D-7B92FAEA48C5}"/>
              </a:ext>
            </a:extLst>
          </p:cNvPr>
          <p:cNvSpPr txBox="1"/>
          <p:nvPr/>
        </p:nvSpPr>
        <p:spPr>
          <a:xfrm>
            <a:off x="239444" y="5656241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18:11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64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FC85-64CE-9335-1B62-409D2007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7C548A0-3AB0-4733-DBC6-D6A077477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7B81DE-92DC-CD35-9AD8-ED886099153D}"/>
              </a:ext>
            </a:extLst>
          </p:cNvPr>
          <p:cNvSpPr txBox="1"/>
          <p:nvPr/>
        </p:nvSpPr>
        <p:spPr>
          <a:xfrm>
            <a:off x="239443" y="2459504"/>
            <a:ext cx="117131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“Jejuo duas vezes na semana, e dou os dízimos de tudo quanto possuo.”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FAC3EA-CB8C-8E2A-6418-9FD83443EF00}"/>
              </a:ext>
            </a:extLst>
          </p:cNvPr>
          <p:cNvSpPr txBox="1"/>
          <p:nvPr/>
        </p:nvSpPr>
        <p:spPr>
          <a:xfrm>
            <a:off x="239443" y="4398496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18:12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4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D5DE-D4B7-01BD-3C6D-90E11EE3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8ECDF27-E9CF-976A-FD3C-962633B19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A9B72B6-1FFE-5D8E-0368-7F4F67D1193B}"/>
              </a:ext>
            </a:extLst>
          </p:cNvPr>
          <p:cNvSpPr txBox="1"/>
          <p:nvPr/>
        </p:nvSpPr>
        <p:spPr>
          <a:xfrm>
            <a:off x="239443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“O publicano, porém, estando em pé, de longe, nem ainda queria levantar os olhos ao céu, mas batia no peito, dizendo: Ó Deus, tem misericórdia de mim, pecador!”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829D2A-C4DA-C858-C01F-6333864E4BE2}"/>
              </a:ext>
            </a:extLst>
          </p:cNvPr>
          <p:cNvSpPr txBox="1"/>
          <p:nvPr/>
        </p:nvSpPr>
        <p:spPr>
          <a:xfrm>
            <a:off x="239443" y="5321826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18:13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45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A710-998D-E079-6DA0-D449B089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E5990C8-C604-A04E-4AB0-0929B5E3B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EE2292-AEAD-3A13-DBDD-F5AFDE68C23E}"/>
              </a:ext>
            </a:extLst>
          </p:cNvPr>
          <p:cNvSpPr txBox="1"/>
          <p:nvPr/>
        </p:nvSpPr>
        <p:spPr>
          <a:xfrm>
            <a:off x="239443" y="1074509"/>
            <a:ext cx="117131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“Digo-vos que este desceu justificado para sua casa, e não aquele; porque qualquer que a si mesmo se exalta será humilhado, e qualquer que a si mesmo se humilha será exaltado.”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88B0BC-6BAD-CF1A-27A8-064442A527A1}"/>
              </a:ext>
            </a:extLst>
          </p:cNvPr>
          <p:cNvSpPr txBox="1"/>
          <p:nvPr/>
        </p:nvSpPr>
        <p:spPr>
          <a:xfrm>
            <a:off x="239443" y="578349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18:13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6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415C-B8DF-1CBD-8342-16C61477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EA21782-E393-3FEB-A9A5-667D3F983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B812FEA-42A5-9607-5365-E8A83A188A37}"/>
              </a:ext>
            </a:extLst>
          </p:cNvPr>
          <p:cNvSpPr txBox="1"/>
          <p:nvPr/>
        </p:nvSpPr>
        <p:spPr>
          <a:xfrm>
            <a:off x="1020673" y="1049321"/>
            <a:ext cx="1015065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Onde e como</a:t>
            </a:r>
            <a:endParaRPr lang="pt-BR" sz="199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57E04-4128-9927-F7CC-0158542638A1}"/>
              </a:ext>
            </a:extLst>
          </p:cNvPr>
          <p:cNvSpPr txBox="1"/>
          <p:nvPr/>
        </p:nvSpPr>
        <p:spPr>
          <a:xfrm>
            <a:off x="1020672" y="1814389"/>
            <a:ext cx="1015065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orar</a:t>
            </a:r>
            <a:endParaRPr lang="pt-BR" sz="49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67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CAD9-F966-8205-9AFF-81A51ADC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43529DA-8C05-6C85-C26D-D0C74E625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5791E11-8D41-2CDB-2F13-8EF1B3403216}"/>
              </a:ext>
            </a:extLst>
          </p:cNvPr>
          <p:cNvSpPr txBox="1"/>
          <p:nvPr/>
        </p:nvSpPr>
        <p:spPr>
          <a:xfrm>
            <a:off x="239443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“Mas tu,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quando orares, entra no teu aposento e, fechando a tua porta, ora a teu Pai, que está em secreto;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teu Pai, que vê em secreto, te recompensará publicamente.”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0F45EF-7FAD-03E5-1D1B-BC10FA3BA4E0}"/>
              </a:ext>
            </a:extLst>
          </p:cNvPr>
          <p:cNvSpPr txBox="1"/>
          <p:nvPr/>
        </p:nvSpPr>
        <p:spPr>
          <a:xfrm>
            <a:off x="239443" y="5321826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6:6-8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5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9CFF-B549-9B6D-94BA-FC89A1BF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585B414-967C-FDC8-9B1C-C05B7FADD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E14818C-A28D-B296-EA98-F66D5328950C}"/>
              </a:ext>
            </a:extLst>
          </p:cNvPr>
          <p:cNvSpPr txBox="1"/>
          <p:nvPr/>
        </p:nvSpPr>
        <p:spPr>
          <a:xfrm>
            <a:off x="239443" y="1305341"/>
            <a:ext cx="117131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orando,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não useis de vãs repetições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como os gentios, que pensam que por muito falarem serão ouvidos. Não vos assemelheis, pois, a eles; porque vosso Pai sabe o que vos é necessário, antes de vós </a:t>
            </a:r>
            <a:r>
              <a:rPr lang="pt-BR" sz="5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Lho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pedirdes.”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F54CCB-4A1D-C7A9-25BA-54640E156C71}"/>
              </a:ext>
            </a:extLst>
          </p:cNvPr>
          <p:cNvSpPr txBox="1"/>
          <p:nvPr/>
        </p:nvSpPr>
        <p:spPr>
          <a:xfrm>
            <a:off x="239443" y="5552658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6:6-8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37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F51F-E1F2-4D1E-2F72-F7A8C750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3025BB6-CD89-FB1D-DB7B-318A715B5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3E85E14-E90A-FD1D-94D2-778C261D1A58}"/>
              </a:ext>
            </a:extLst>
          </p:cNvPr>
          <p:cNvSpPr txBox="1"/>
          <p:nvPr/>
        </p:nvSpPr>
        <p:spPr>
          <a:xfrm>
            <a:off x="1020673" y="1049321"/>
            <a:ext cx="1015065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A oração no</a:t>
            </a:r>
            <a:endParaRPr lang="pt-BR" sz="199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17CFEDA-1A96-B117-29DB-1CDD74CAFEA1}"/>
              </a:ext>
            </a:extLst>
          </p:cNvPr>
          <p:cNvSpPr txBox="1"/>
          <p:nvPr/>
        </p:nvSpPr>
        <p:spPr>
          <a:xfrm>
            <a:off x="1020672" y="1814389"/>
            <a:ext cx="1015065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reino</a:t>
            </a:r>
            <a:endParaRPr lang="pt-BR" sz="49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11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6B17-6E30-CD5B-E55B-323681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6364D46-AD4C-514B-0C82-FC1BEBEF3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155AFD4-623E-FFF6-48B7-898E19E31656}"/>
              </a:ext>
            </a:extLst>
          </p:cNvPr>
          <p:cNvSpPr txBox="1"/>
          <p:nvPr/>
        </p:nvSpPr>
        <p:spPr>
          <a:xfrm>
            <a:off x="239443" y="1720840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Portanto, vós orareis assim: 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Pai nosso, que estás nos céus, santificado seja o Teu nome; venha o Teu reino; seja feita a Tua vontade, assim na terra como no céu;”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781CFA-901B-5EF8-6AD6-4DA3F77AA5AC}"/>
              </a:ext>
            </a:extLst>
          </p:cNvPr>
          <p:cNvSpPr txBox="1"/>
          <p:nvPr/>
        </p:nvSpPr>
        <p:spPr>
          <a:xfrm>
            <a:off x="239443" y="513716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6:9-13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100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4E96-E7E3-994D-2118-B491AFD7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025D27D-05AA-7BBA-E67A-D446154AF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67A55D0-55A9-39A9-1777-A89E883B6665}"/>
              </a:ext>
            </a:extLst>
          </p:cNvPr>
          <p:cNvSpPr txBox="1"/>
          <p:nvPr/>
        </p:nvSpPr>
        <p:spPr>
          <a:xfrm>
            <a:off x="239443" y="1720840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“o pão nosso de cada dia nos dá hoje; e perdoa-nos as nossas dívidas, assim como nós perdoamos aos nossos devedores; e não nos conduzas à tentação;”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EC7283-98F2-B9D3-137B-D4DE18A20411}"/>
              </a:ext>
            </a:extLst>
          </p:cNvPr>
          <p:cNvSpPr txBox="1"/>
          <p:nvPr/>
        </p:nvSpPr>
        <p:spPr>
          <a:xfrm>
            <a:off x="239443" y="513716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6:9-13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49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3FE95-B05E-A583-B4FC-F1CCB8F0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9DB08A1-5A8B-0C76-87E6-C75949796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E5EE657-5D88-D8C9-459D-D594E3764D5B}"/>
              </a:ext>
            </a:extLst>
          </p:cNvPr>
          <p:cNvSpPr txBox="1"/>
          <p:nvPr/>
        </p:nvSpPr>
        <p:spPr>
          <a:xfrm>
            <a:off x="239444" y="1859339"/>
            <a:ext cx="11713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“mas livra-nos do mal; porque Teu é o reino, e o poder, e a glória, para sempre. Amém.”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16EF18-CF8F-DABB-4102-717B051D55AE}"/>
              </a:ext>
            </a:extLst>
          </p:cNvPr>
          <p:cNvSpPr txBox="1"/>
          <p:nvPr/>
        </p:nvSpPr>
        <p:spPr>
          <a:xfrm>
            <a:off x="239443" y="499866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6:9-13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729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B31B-7770-3DEF-66AA-01F3685C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282BDC-6310-8E06-64F3-51CD13D21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4ECB775-1225-430E-9CB6-7EB892944151}"/>
              </a:ext>
            </a:extLst>
          </p:cNvPr>
          <p:cNvSpPr txBox="1"/>
          <p:nvPr/>
        </p:nvSpPr>
        <p:spPr>
          <a:xfrm>
            <a:off x="239444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Jacó fez um voto, dizendo: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Se Deus for comigo,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</a:t>
            </a:r>
            <a:r>
              <a:rPr lang="pt-BR" sz="6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me guardar nesta viagem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que faço, e </a:t>
            </a:r>
            <a:r>
              <a:rPr lang="pt-BR" sz="6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me der pão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para comer, </a:t>
            </a:r>
            <a:r>
              <a:rPr lang="pt-BR" sz="6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vestes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para vestir;”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6D4AE0-C7F2-6321-30F9-517508A80EB7}"/>
              </a:ext>
            </a:extLst>
          </p:cNvPr>
          <p:cNvSpPr txBox="1"/>
          <p:nvPr/>
        </p:nvSpPr>
        <p:spPr>
          <a:xfrm>
            <a:off x="239443" y="5321826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Gênesis 28:20-22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51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7960-464F-1F49-5E82-8D3B6C62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90F7156-58E2-910C-6F7C-F93931BA5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027F2D2-5B05-7EA7-BD70-F770807A9036}"/>
              </a:ext>
            </a:extLst>
          </p:cNvPr>
          <p:cNvSpPr txBox="1"/>
          <p:nvPr/>
        </p:nvSpPr>
        <p:spPr>
          <a:xfrm>
            <a:off x="239443" y="1074509"/>
            <a:ext cx="117131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</a:t>
            </a:r>
            <a:r>
              <a:rPr lang="pt-BR" sz="6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eu em paz tornar à casa de meu pai,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 Senhor me será por Deus;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esta pedra que tenho posto por coluna será casa de Deus; e de tudo quanto me deres, certamente te darei o dízimo.”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266724-C06B-790C-E38D-E46C543966DB}"/>
              </a:ext>
            </a:extLst>
          </p:cNvPr>
          <p:cNvSpPr txBox="1"/>
          <p:nvPr/>
        </p:nvSpPr>
        <p:spPr>
          <a:xfrm>
            <a:off x="239443" y="5783490"/>
            <a:ext cx="10150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Gênesis 28:20-22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29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8753</TotalTime>
  <Words>735</Words>
  <Application>Microsoft Office PowerPoint</Application>
  <PresentationFormat>Widescreen</PresentationFormat>
  <Paragraphs>65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Bahnschrift SemiBold Condensed</vt:lpstr>
      <vt:lpstr>Bebas Neue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PC</dc:creator>
  <cp:lastModifiedBy>Cabine Som</cp:lastModifiedBy>
  <cp:revision>556</cp:revision>
  <dcterms:created xsi:type="dcterms:W3CDTF">2024-01-10T15:32:33Z</dcterms:created>
  <dcterms:modified xsi:type="dcterms:W3CDTF">2026-08-12T22:07:12Z</dcterms:modified>
</cp:coreProperties>
</file>